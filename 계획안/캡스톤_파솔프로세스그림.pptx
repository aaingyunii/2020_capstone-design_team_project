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69C91-B0E4-4107-8499-5EBF58FF563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07361A3-354A-469E-9F7C-67A421F77BB8}">
      <dgm:prSet phldrT="[텍스트]"/>
      <dgm:spPr/>
      <dgm:t>
        <a:bodyPr/>
        <a:lstStyle/>
        <a:p>
          <a:pPr latinLnBrk="1"/>
          <a:r>
            <a:rPr lang="ko-KR" altLang="en-US" dirty="0"/>
            <a:t>회원가입 및 로그인</a:t>
          </a:r>
        </a:p>
      </dgm:t>
    </dgm:pt>
    <dgm:pt modelId="{A8EDD8EC-967D-4340-8615-00CB0D2183EB}" type="parTrans" cxnId="{4BA7968B-6E93-4D60-A363-BA80AD7FD9B9}">
      <dgm:prSet/>
      <dgm:spPr/>
      <dgm:t>
        <a:bodyPr/>
        <a:lstStyle/>
        <a:p>
          <a:pPr latinLnBrk="1"/>
          <a:endParaRPr lang="ko-KR" altLang="en-US"/>
        </a:p>
      </dgm:t>
    </dgm:pt>
    <dgm:pt modelId="{D208A183-F691-4412-B311-794E78C2BFCB}" type="sibTrans" cxnId="{4BA7968B-6E93-4D60-A363-BA80AD7FD9B9}">
      <dgm:prSet/>
      <dgm:spPr/>
      <dgm:t>
        <a:bodyPr/>
        <a:lstStyle/>
        <a:p>
          <a:pPr latinLnBrk="1"/>
          <a:endParaRPr lang="ko-KR" altLang="en-US"/>
        </a:p>
      </dgm:t>
    </dgm:pt>
    <dgm:pt modelId="{5931DCB4-80C6-444B-AF30-D8EBEFA4560E}">
      <dgm:prSet phldrT="[텍스트]"/>
      <dgm:spPr/>
      <dgm:t>
        <a:bodyPr/>
        <a:lstStyle/>
        <a:p>
          <a:pPr latinLnBrk="1"/>
          <a:r>
            <a:rPr lang="ko-KR" altLang="en-US" dirty="0"/>
            <a:t>첫 로그인 시</a:t>
          </a:r>
          <a:r>
            <a:rPr lang="en-US" altLang="ko-KR" dirty="0"/>
            <a:t>: </a:t>
          </a:r>
          <a:r>
            <a:rPr lang="ko-KR" altLang="en-US" dirty="0"/>
            <a:t>얼굴 사진 촬영</a:t>
          </a:r>
        </a:p>
      </dgm:t>
    </dgm:pt>
    <dgm:pt modelId="{740134C1-9D54-43C5-8445-7EA93AFF545B}" type="parTrans" cxnId="{B9A6CBCB-EC0E-4718-B96B-7BA75DF2FD4D}">
      <dgm:prSet/>
      <dgm:spPr/>
      <dgm:t>
        <a:bodyPr/>
        <a:lstStyle/>
        <a:p>
          <a:pPr latinLnBrk="1"/>
          <a:endParaRPr lang="ko-KR" altLang="en-US"/>
        </a:p>
      </dgm:t>
    </dgm:pt>
    <dgm:pt modelId="{2C0B926D-E3E7-4EC0-BE4D-9C4EF09CAC35}" type="sibTrans" cxnId="{B9A6CBCB-EC0E-4718-B96B-7BA75DF2FD4D}">
      <dgm:prSet/>
      <dgm:spPr/>
      <dgm:t>
        <a:bodyPr/>
        <a:lstStyle/>
        <a:p>
          <a:pPr latinLnBrk="1"/>
          <a:endParaRPr lang="ko-KR" altLang="en-US"/>
        </a:p>
      </dgm:t>
    </dgm:pt>
    <dgm:pt modelId="{18F66CBF-BCF0-4A35-B1C2-33C14E85D4B3}">
      <dgm:prSet phldrT="[텍스트]"/>
      <dgm:spPr/>
      <dgm:t>
        <a:bodyPr/>
        <a:lstStyle/>
        <a:p>
          <a:pPr latinLnBrk="1"/>
          <a:r>
            <a:rPr lang="ko-KR" altLang="en-US" dirty="0"/>
            <a:t>강의 목록</a:t>
          </a:r>
          <a:r>
            <a:rPr lang="en-US" altLang="ko-KR" dirty="0"/>
            <a:t>(ex. </a:t>
          </a:r>
          <a:r>
            <a:rPr lang="ko-KR" altLang="en-US" dirty="0"/>
            <a:t>디자인</a:t>
          </a:r>
          <a:r>
            <a:rPr lang="en-US" altLang="ko-KR" dirty="0"/>
            <a:t>, </a:t>
          </a:r>
          <a:r>
            <a:rPr lang="ko-KR" altLang="en-US" dirty="0"/>
            <a:t>엑셀 등등</a:t>
          </a:r>
          <a:r>
            <a:rPr lang="en-US" altLang="ko-KR" dirty="0"/>
            <a:t>)</a:t>
          </a:r>
          <a:endParaRPr lang="ko-KR" altLang="en-US" dirty="0"/>
        </a:p>
      </dgm:t>
    </dgm:pt>
    <dgm:pt modelId="{235ECC64-672A-483B-9261-01DC1F5B4CBA}" type="parTrans" cxnId="{14D0FE26-88B3-4985-912E-6E488E3EDD09}">
      <dgm:prSet/>
      <dgm:spPr/>
      <dgm:t>
        <a:bodyPr/>
        <a:lstStyle/>
        <a:p>
          <a:pPr latinLnBrk="1"/>
          <a:endParaRPr lang="ko-KR" altLang="en-US"/>
        </a:p>
      </dgm:t>
    </dgm:pt>
    <dgm:pt modelId="{9556D982-6164-4F0C-B002-4B1F9D139771}" type="sibTrans" cxnId="{14D0FE26-88B3-4985-912E-6E488E3EDD09}">
      <dgm:prSet/>
      <dgm:spPr/>
      <dgm:t>
        <a:bodyPr/>
        <a:lstStyle/>
        <a:p>
          <a:pPr latinLnBrk="1"/>
          <a:endParaRPr lang="ko-KR" altLang="en-US"/>
        </a:p>
      </dgm:t>
    </dgm:pt>
    <dgm:pt modelId="{D03BB14A-D561-4D49-952F-57F7E05B9BA4}">
      <dgm:prSet phldrT="[텍스트]"/>
      <dgm:spPr/>
      <dgm:t>
        <a:bodyPr/>
        <a:lstStyle/>
        <a:p>
          <a:pPr latinLnBrk="1"/>
          <a:r>
            <a:rPr lang="ko-KR" altLang="en-US" dirty="0"/>
            <a:t>로그인 이후</a:t>
          </a:r>
        </a:p>
      </dgm:t>
    </dgm:pt>
    <dgm:pt modelId="{973E0B84-9F40-492A-A5ED-1488B678F3E2}" type="parTrans" cxnId="{0680E375-089F-4998-8147-A1AB28854E12}">
      <dgm:prSet/>
      <dgm:spPr/>
      <dgm:t>
        <a:bodyPr/>
        <a:lstStyle/>
        <a:p>
          <a:pPr latinLnBrk="1"/>
          <a:endParaRPr lang="ko-KR" altLang="en-US"/>
        </a:p>
      </dgm:t>
    </dgm:pt>
    <dgm:pt modelId="{D356EE5C-D7E8-4260-B835-8801E697AE71}" type="sibTrans" cxnId="{0680E375-089F-4998-8147-A1AB28854E12}">
      <dgm:prSet/>
      <dgm:spPr/>
      <dgm:t>
        <a:bodyPr/>
        <a:lstStyle/>
        <a:p>
          <a:pPr latinLnBrk="1"/>
          <a:endParaRPr lang="ko-KR" altLang="en-US"/>
        </a:p>
      </dgm:t>
    </dgm:pt>
    <dgm:pt modelId="{9A1519AD-A7C8-4ADF-925A-BB686CD88A18}">
      <dgm:prSet phldrT="[텍스트]"/>
      <dgm:spPr/>
      <dgm:t>
        <a:bodyPr/>
        <a:lstStyle/>
        <a:p>
          <a:pPr latinLnBrk="1"/>
          <a:r>
            <a:rPr lang="ko-KR" altLang="en-US" dirty="0"/>
            <a:t>두번째 이후</a:t>
          </a:r>
          <a:r>
            <a:rPr lang="en-US" altLang="ko-KR" dirty="0"/>
            <a:t>: </a:t>
          </a:r>
          <a:r>
            <a:rPr lang="ko-KR" altLang="en-US" dirty="0"/>
            <a:t>마이크 </a:t>
          </a:r>
          <a:r>
            <a:rPr lang="en-US" altLang="ko-KR" dirty="0"/>
            <a:t>/ </a:t>
          </a:r>
          <a:r>
            <a:rPr lang="ko-KR" altLang="en-US" dirty="0" err="1"/>
            <a:t>웹캠</a:t>
          </a:r>
          <a:r>
            <a:rPr lang="ko-KR" altLang="en-US" dirty="0"/>
            <a:t> 테스트</a:t>
          </a:r>
        </a:p>
      </dgm:t>
    </dgm:pt>
    <dgm:pt modelId="{4C990F99-8DC2-47CB-970F-A5818C9C24DA}" type="parTrans" cxnId="{A5FC79C3-9AA3-4D58-B4D4-A8164251F06D}">
      <dgm:prSet/>
      <dgm:spPr/>
      <dgm:t>
        <a:bodyPr/>
        <a:lstStyle/>
        <a:p>
          <a:pPr latinLnBrk="1"/>
          <a:endParaRPr lang="ko-KR" altLang="en-US"/>
        </a:p>
      </dgm:t>
    </dgm:pt>
    <dgm:pt modelId="{8BFFA4E0-014B-45E7-9811-F45043573AA8}" type="sibTrans" cxnId="{A5FC79C3-9AA3-4D58-B4D4-A8164251F06D}">
      <dgm:prSet/>
      <dgm:spPr/>
      <dgm:t>
        <a:bodyPr/>
        <a:lstStyle/>
        <a:p>
          <a:pPr latinLnBrk="1"/>
          <a:endParaRPr lang="ko-KR" altLang="en-US"/>
        </a:p>
      </dgm:t>
    </dgm:pt>
    <dgm:pt modelId="{69070556-4BEC-4712-B047-15124DB03594}">
      <dgm:prSet phldrT="[텍스트]"/>
      <dgm:spPr/>
      <dgm:t>
        <a:bodyPr/>
        <a:lstStyle/>
        <a:p>
          <a:pPr latinLnBrk="1"/>
          <a:r>
            <a:rPr lang="ko-KR" altLang="en-US" dirty="0"/>
            <a:t>강의 선택</a:t>
          </a:r>
        </a:p>
      </dgm:t>
    </dgm:pt>
    <dgm:pt modelId="{ADD69200-5DFF-4A5E-AFAE-C830E83630EC}" type="parTrans" cxnId="{B5E2C2A1-1E66-4486-B695-2EE781B30A82}">
      <dgm:prSet/>
      <dgm:spPr/>
      <dgm:t>
        <a:bodyPr/>
        <a:lstStyle/>
        <a:p>
          <a:pPr latinLnBrk="1"/>
          <a:endParaRPr lang="ko-KR" altLang="en-US"/>
        </a:p>
      </dgm:t>
    </dgm:pt>
    <dgm:pt modelId="{5411A5C5-2038-45C3-9DDB-046ECC1993D4}" type="sibTrans" cxnId="{B5E2C2A1-1E66-4486-B695-2EE781B30A82}">
      <dgm:prSet/>
      <dgm:spPr/>
      <dgm:t>
        <a:bodyPr/>
        <a:lstStyle/>
        <a:p>
          <a:pPr latinLnBrk="1"/>
          <a:endParaRPr lang="ko-KR" altLang="en-US"/>
        </a:p>
      </dgm:t>
    </dgm:pt>
    <dgm:pt modelId="{EFC7F7AF-5385-4037-A165-C877FB821E5B}">
      <dgm:prSet phldrT="[텍스트]"/>
      <dgm:spPr/>
      <dgm:t>
        <a:bodyPr/>
        <a:lstStyle/>
        <a:p>
          <a:pPr latinLnBrk="1"/>
          <a:r>
            <a:rPr lang="ko-KR" altLang="en-US" dirty="0"/>
            <a:t>강의 시작 전 </a:t>
          </a:r>
          <a:r>
            <a:rPr lang="ko-KR" altLang="en-US" dirty="0" err="1"/>
            <a:t>이루어져야하는</a:t>
          </a:r>
          <a:r>
            <a:rPr lang="ko-KR" altLang="en-US" dirty="0"/>
            <a:t> 항목들</a:t>
          </a:r>
        </a:p>
      </dgm:t>
    </dgm:pt>
    <dgm:pt modelId="{C85A8F88-1892-4F79-B8F8-398853E00F46}" type="parTrans" cxnId="{4DC42C14-C7BF-4591-A4AF-91F861B7DF96}">
      <dgm:prSet/>
      <dgm:spPr/>
      <dgm:t>
        <a:bodyPr/>
        <a:lstStyle/>
        <a:p>
          <a:pPr latinLnBrk="1"/>
          <a:endParaRPr lang="ko-KR" altLang="en-US"/>
        </a:p>
      </dgm:t>
    </dgm:pt>
    <dgm:pt modelId="{99E60AF9-F1AA-457D-8C80-634CF4C1CAE1}" type="sibTrans" cxnId="{4DC42C14-C7BF-4591-A4AF-91F861B7DF96}">
      <dgm:prSet/>
      <dgm:spPr/>
      <dgm:t>
        <a:bodyPr/>
        <a:lstStyle/>
        <a:p>
          <a:pPr latinLnBrk="1"/>
          <a:endParaRPr lang="ko-KR" altLang="en-US"/>
        </a:p>
      </dgm:t>
    </dgm:pt>
    <dgm:pt modelId="{7E1E54FF-229E-4E2D-BF8A-105777FC3CE6}">
      <dgm:prSet phldrT="[텍스트]"/>
      <dgm:spPr/>
      <dgm:t>
        <a:bodyPr/>
        <a:lstStyle/>
        <a:p>
          <a:pPr latinLnBrk="1"/>
          <a:r>
            <a:rPr lang="ko-KR" altLang="en-US" dirty="0"/>
            <a:t>얼굴사진과 현재 얼굴 비교</a:t>
          </a:r>
          <a:r>
            <a:rPr lang="en-US" altLang="ko-KR" dirty="0"/>
            <a:t>(</a:t>
          </a:r>
          <a:r>
            <a:rPr lang="ko-KR" altLang="en-US" dirty="0"/>
            <a:t>다르면 수강 불가</a:t>
          </a:r>
          <a:r>
            <a:rPr lang="en-US" altLang="ko-KR" dirty="0"/>
            <a:t>)</a:t>
          </a:r>
          <a:endParaRPr lang="ko-KR" altLang="en-US" dirty="0"/>
        </a:p>
      </dgm:t>
    </dgm:pt>
    <dgm:pt modelId="{7B9E6C8D-F894-4AD2-90E6-E23B4F823B5D}" type="parTrans" cxnId="{9F3E65B9-F9DD-4AA8-8ADB-D0AB5006C61A}">
      <dgm:prSet/>
      <dgm:spPr/>
      <dgm:t>
        <a:bodyPr/>
        <a:lstStyle/>
        <a:p>
          <a:pPr latinLnBrk="1"/>
          <a:endParaRPr lang="ko-KR" altLang="en-US"/>
        </a:p>
      </dgm:t>
    </dgm:pt>
    <dgm:pt modelId="{45E33008-2997-4F4D-AEDA-B57265297509}" type="sibTrans" cxnId="{9F3E65B9-F9DD-4AA8-8ADB-D0AB5006C61A}">
      <dgm:prSet/>
      <dgm:spPr/>
      <dgm:t>
        <a:bodyPr/>
        <a:lstStyle/>
        <a:p>
          <a:pPr latinLnBrk="1"/>
          <a:endParaRPr lang="ko-KR" altLang="en-US"/>
        </a:p>
      </dgm:t>
    </dgm:pt>
    <dgm:pt modelId="{09CEC7CE-2C17-4E25-96D5-D742BEB97EAD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CE382906-A13F-4419-9C7E-44ABB9EAD52C}" type="parTrans" cxnId="{CE1CB8B2-578A-4C5E-9B6C-2B4EF42BF010}">
      <dgm:prSet/>
      <dgm:spPr/>
      <dgm:t>
        <a:bodyPr/>
        <a:lstStyle/>
        <a:p>
          <a:pPr latinLnBrk="1"/>
          <a:endParaRPr lang="ko-KR" altLang="en-US"/>
        </a:p>
      </dgm:t>
    </dgm:pt>
    <dgm:pt modelId="{0286052B-35B8-4DFB-8D69-EEAF11786219}" type="sibTrans" cxnId="{CE1CB8B2-578A-4C5E-9B6C-2B4EF42BF010}">
      <dgm:prSet/>
      <dgm:spPr/>
      <dgm:t>
        <a:bodyPr/>
        <a:lstStyle/>
        <a:p>
          <a:pPr latinLnBrk="1"/>
          <a:endParaRPr lang="ko-KR" altLang="en-US"/>
        </a:p>
      </dgm:t>
    </dgm:pt>
    <dgm:pt modelId="{A6A9D615-49CB-4411-9E33-393F7FF98A8C}" type="pres">
      <dgm:prSet presAssocID="{7BD69C91-B0E4-4107-8499-5EBF58FF5630}" presName="CompostProcess" presStyleCnt="0">
        <dgm:presLayoutVars>
          <dgm:dir/>
          <dgm:resizeHandles val="exact"/>
        </dgm:presLayoutVars>
      </dgm:prSet>
      <dgm:spPr/>
    </dgm:pt>
    <dgm:pt modelId="{C417C237-9A9B-4E07-B838-C5654DF78ACE}" type="pres">
      <dgm:prSet presAssocID="{7BD69C91-B0E4-4107-8499-5EBF58FF5630}" presName="arrow" presStyleLbl="bgShp" presStyleIdx="0" presStyleCnt="1"/>
      <dgm:spPr/>
    </dgm:pt>
    <dgm:pt modelId="{F1EDA5BA-10C3-4CBB-9276-9B0AFB13170C}" type="pres">
      <dgm:prSet presAssocID="{7BD69C91-B0E4-4107-8499-5EBF58FF5630}" presName="linearProcess" presStyleCnt="0"/>
      <dgm:spPr/>
    </dgm:pt>
    <dgm:pt modelId="{9D2CB587-22BE-42B7-AD5F-F145EEB39051}" type="pres">
      <dgm:prSet presAssocID="{507361A3-354A-469E-9F7C-67A421F77BB8}" presName="textNode" presStyleLbl="node1" presStyleIdx="0" presStyleCnt="5">
        <dgm:presLayoutVars>
          <dgm:bulletEnabled val="1"/>
        </dgm:presLayoutVars>
      </dgm:prSet>
      <dgm:spPr/>
    </dgm:pt>
    <dgm:pt modelId="{D6054D50-16A9-4E35-AEA4-6FF1267B3893}" type="pres">
      <dgm:prSet presAssocID="{D208A183-F691-4412-B311-794E78C2BFCB}" presName="sibTrans" presStyleCnt="0"/>
      <dgm:spPr/>
    </dgm:pt>
    <dgm:pt modelId="{91495698-D2CA-4CAC-B909-0B8888E95A47}" type="pres">
      <dgm:prSet presAssocID="{D03BB14A-D561-4D49-952F-57F7E05B9BA4}" presName="textNode" presStyleLbl="node1" presStyleIdx="1" presStyleCnt="5">
        <dgm:presLayoutVars>
          <dgm:bulletEnabled val="1"/>
        </dgm:presLayoutVars>
      </dgm:prSet>
      <dgm:spPr/>
    </dgm:pt>
    <dgm:pt modelId="{4244DA3D-857E-4BFB-99D8-717098858722}" type="pres">
      <dgm:prSet presAssocID="{D356EE5C-D7E8-4260-B835-8801E697AE71}" presName="sibTrans" presStyleCnt="0"/>
      <dgm:spPr/>
    </dgm:pt>
    <dgm:pt modelId="{3D049BCE-87B5-429B-B4E0-2F971F9DB9EE}" type="pres">
      <dgm:prSet presAssocID="{18F66CBF-BCF0-4A35-B1C2-33C14E85D4B3}" presName="textNode" presStyleLbl="node1" presStyleIdx="2" presStyleCnt="5">
        <dgm:presLayoutVars>
          <dgm:bulletEnabled val="1"/>
        </dgm:presLayoutVars>
      </dgm:prSet>
      <dgm:spPr/>
    </dgm:pt>
    <dgm:pt modelId="{2E4F6F5C-E1B5-4930-9B02-110B71FE8365}" type="pres">
      <dgm:prSet presAssocID="{9556D982-6164-4F0C-B002-4B1F9D139771}" presName="sibTrans" presStyleCnt="0"/>
      <dgm:spPr/>
    </dgm:pt>
    <dgm:pt modelId="{2AE5200E-31F1-4030-B411-616692ADBAD4}" type="pres">
      <dgm:prSet presAssocID="{69070556-4BEC-4712-B047-15124DB03594}" presName="textNode" presStyleLbl="node1" presStyleIdx="3" presStyleCnt="5">
        <dgm:presLayoutVars>
          <dgm:bulletEnabled val="1"/>
        </dgm:presLayoutVars>
      </dgm:prSet>
      <dgm:spPr/>
    </dgm:pt>
    <dgm:pt modelId="{4B992AC1-0AF5-4BC3-933E-4D3CB49A2CF1}" type="pres">
      <dgm:prSet presAssocID="{5411A5C5-2038-45C3-9DDB-046ECC1993D4}" presName="sibTrans" presStyleCnt="0"/>
      <dgm:spPr/>
    </dgm:pt>
    <dgm:pt modelId="{2BA37E05-BF9F-4536-9CFF-A02DDBEC002A}" type="pres">
      <dgm:prSet presAssocID="{EFC7F7AF-5385-4037-A165-C877FB821E5B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2C3CAD0E-1BB5-4012-8BA4-88C9C3839C37}" type="presOf" srcId="{EFC7F7AF-5385-4037-A165-C877FB821E5B}" destId="{2BA37E05-BF9F-4536-9CFF-A02DDBEC002A}" srcOrd="0" destOrd="0" presId="urn:microsoft.com/office/officeart/2005/8/layout/hProcess9"/>
    <dgm:cxn modelId="{F3341013-1E74-4E93-B22E-145DA4ACDE35}" type="presOf" srcId="{7BD69C91-B0E4-4107-8499-5EBF58FF5630}" destId="{A6A9D615-49CB-4411-9E33-393F7FF98A8C}" srcOrd="0" destOrd="0" presId="urn:microsoft.com/office/officeart/2005/8/layout/hProcess9"/>
    <dgm:cxn modelId="{4DC42C14-C7BF-4591-A4AF-91F861B7DF96}" srcId="{7BD69C91-B0E4-4107-8499-5EBF58FF5630}" destId="{EFC7F7AF-5385-4037-A165-C877FB821E5B}" srcOrd="4" destOrd="0" parTransId="{C85A8F88-1892-4F79-B8F8-398853E00F46}" sibTransId="{99E60AF9-F1AA-457D-8C80-634CF4C1CAE1}"/>
    <dgm:cxn modelId="{14D0FE26-88B3-4985-912E-6E488E3EDD09}" srcId="{7BD69C91-B0E4-4107-8499-5EBF58FF5630}" destId="{18F66CBF-BCF0-4A35-B1C2-33C14E85D4B3}" srcOrd="2" destOrd="0" parTransId="{235ECC64-672A-483B-9261-01DC1F5B4CBA}" sibTransId="{9556D982-6164-4F0C-B002-4B1F9D139771}"/>
    <dgm:cxn modelId="{71B10433-EC63-4152-8A60-0FAC5E18ECA6}" type="presOf" srcId="{7E1E54FF-229E-4E2D-BF8A-105777FC3CE6}" destId="{2BA37E05-BF9F-4536-9CFF-A02DDBEC002A}" srcOrd="0" destOrd="1" presId="urn:microsoft.com/office/officeart/2005/8/layout/hProcess9"/>
    <dgm:cxn modelId="{F3D9283E-1BD6-46C7-823D-783D53438A51}" type="presOf" srcId="{69070556-4BEC-4712-B047-15124DB03594}" destId="{2AE5200E-31F1-4030-B411-616692ADBAD4}" srcOrd="0" destOrd="0" presId="urn:microsoft.com/office/officeart/2005/8/layout/hProcess9"/>
    <dgm:cxn modelId="{EE9CC541-6BF0-4D43-B745-B46DFD3B0707}" type="presOf" srcId="{507361A3-354A-469E-9F7C-67A421F77BB8}" destId="{9D2CB587-22BE-42B7-AD5F-F145EEB39051}" srcOrd="0" destOrd="0" presId="urn:microsoft.com/office/officeart/2005/8/layout/hProcess9"/>
    <dgm:cxn modelId="{46040165-5BDA-4F2F-8189-6F42743BA6F7}" type="presOf" srcId="{9A1519AD-A7C8-4ADF-925A-BB686CD88A18}" destId="{91495698-D2CA-4CAC-B909-0B8888E95A47}" srcOrd="0" destOrd="2" presId="urn:microsoft.com/office/officeart/2005/8/layout/hProcess9"/>
    <dgm:cxn modelId="{96D24F45-25E7-4924-962E-F5782EFE1E9C}" type="presOf" srcId="{18F66CBF-BCF0-4A35-B1C2-33C14E85D4B3}" destId="{3D049BCE-87B5-429B-B4E0-2F971F9DB9EE}" srcOrd="0" destOrd="0" presId="urn:microsoft.com/office/officeart/2005/8/layout/hProcess9"/>
    <dgm:cxn modelId="{EFDDC145-75F6-4A80-92C1-905E964C71F6}" type="presOf" srcId="{5931DCB4-80C6-444B-AF30-D8EBEFA4560E}" destId="{91495698-D2CA-4CAC-B909-0B8888E95A47}" srcOrd="0" destOrd="1" presId="urn:microsoft.com/office/officeart/2005/8/layout/hProcess9"/>
    <dgm:cxn modelId="{547F5353-3ED8-4CF5-84C7-BF0AACB92EB1}" type="presOf" srcId="{09CEC7CE-2C17-4E25-96D5-D742BEB97EAD}" destId="{2BA37E05-BF9F-4536-9CFF-A02DDBEC002A}" srcOrd="0" destOrd="2" presId="urn:microsoft.com/office/officeart/2005/8/layout/hProcess9"/>
    <dgm:cxn modelId="{0680E375-089F-4998-8147-A1AB28854E12}" srcId="{7BD69C91-B0E4-4107-8499-5EBF58FF5630}" destId="{D03BB14A-D561-4D49-952F-57F7E05B9BA4}" srcOrd="1" destOrd="0" parTransId="{973E0B84-9F40-492A-A5ED-1488B678F3E2}" sibTransId="{D356EE5C-D7E8-4260-B835-8801E697AE71}"/>
    <dgm:cxn modelId="{4BA7968B-6E93-4D60-A363-BA80AD7FD9B9}" srcId="{7BD69C91-B0E4-4107-8499-5EBF58FF5630}" destId="{507361A3-354A-469E-9F7C-67A421F77BB8}" srcOrd="0" destOrd="0" parTransId="{A8EDD8EC-967D-4340-8615-00CB0D2183EB}" sibTransId="{D208A183-F691-4412-B311-794E78C2BFCB}"/>
    <dgm:cxn modelId="{B5E2C2A1-1E66-4486-B695-2EE781B30A82}" srcId="{7BD69C91-B0E4-4107-8499-5EBF58FF5630}" destId="{69070556-4BEC-4712-B047-15124DB03594}" srcOrd="3" destOrd="0" parTransId="{ADD69200-5DFF-4A5E-AFAE-C830E83630EC}" sibTransId="{5411A5C5-2038-45C3-9DDB-046ECC1993D4}"/>
    <dgm:cxn modelId="{CE1CB8B2-578A-4C5E-9B6C-2B4EF42BF010}" srcId="{EFC7F7AF-5385-4037-A165-C877FB821E5B}" destId="{09CEC7CE-2C17-4E25-96D5-D742BEB97EAD}" srcOrd="1" destOrd="0" parTransId="{CE382906-A13F-4419-9C7E-44ABB9EAD52C}" sibTransId="{0286052B-35B8-4DFB-8D69-EEAF11786219}"/>
    <dgm:cxn modelId="{9F3E65B9-F9DD-4AA8-8ADB-D0AB5006C61A}" srcId="{EFC7F7AF-5385-4037-A165-C877FB821E5B}" destId="{7E1E54FF-229E-4E2D-BF8A-105777FC3CE6}" srcOrd="0" destOrd="0" parTransId="{7B9E6C8D-F894-4AD2-90E6-E23B4F823B5D}" sibTransId="{45E33008-2997-4F4D-AEDA-B57265297509}"/>
    <dgm:cxn modelId="{A5FC79C3-9AA3-4D58-B4D4-A8164251F06D}" srcId="{D03BB14A-D561-4D49-952F-57F7E05B9BA4}" destId="{9A1519AD-A7C8-4ADF-925A-BB686CD88A18}" srcOrd="1" destOrd="0" parTransId="{4C990F99-8DC2-47CB-970F-A5818C9C24DA}" sibTransId="{8BFFA4E0-014B-45E7-9811-F45043573AA8}"/>
    <dgm:cxn modelId="{25C69FC9-5347-45F9-B549-806054043BC5}" type="presOf" srcId="{D03BB14A-D561-4D49-952F-57F7E05B9BA4}" destId="{91495698-D2CA-4CAC-B909-0B8888E95A47}" srcOrd="0" destOrd="0" presId="urn:microsoft.com/office/officeart/2005/8/layout/hProcess9"/>
    <dgm:cxn modelId="{B9A6CBCB-EC0E-4718-B96B-7BA75DF2FD4D}" srcId="{D03BB14A-D561-4D49-952F-57F7E05B9BA4}" destId="{5931DCB4-80C6-444B-AF30-D8EBEFA4560E}" srcOrd="0" destOrd="0" parTransId="{740134C1-9D54-43C5-8445-7EA93AFF545B}" sibTransId="{2C0B926D-E3E7-4EC0-BE4D-9C4EF09CAC35}"/>
    <dgm:cxn modelId="{5E7248FB-79A8-438C-8240-727648A664D6}" type="presParOf" srcId="{A6A9D615-49CB-4411-9E33-393F7FF98A8C}" destId="{C417C237-9A9B-4E07-B838-C5654DF78ACE}" srcOrd="0" destOrd="0" presId="urn:microsoft.com/office/officeart/2005/8/layout/hProcess9"/>
    <dgm:cxn modelId="{648FABFB-02B3-4349-A724-C75815BE39E9}" type="presParOf" srcId="{A6A9D615-49CB-4411-9E33-393F7FF98A8C}" destId="{F1EDA5BA-10C3-4CBB-9276-9B0AFB13170C}" srcOrd="1" destOrd="0" presId="urn:microsoft.com/office/officeart/2005/8/layout/hProcess9"/>
    <dgm:cxn modelId="{C31C248B-9E48-4560-BE63-E315AC1E8B81}" type="presParOf" srcId="{F1EDA5BA-10C3-4CBB-9276-9B0AFB13170C}" destId="{9D2CB587-22BE-42B7-AD5F-F145EEB39051}" srcOrd="0" destOrd="0" presId="urn:microsoft.com/office/officeart/2005/8/layout/hProcess9"/>
    <dgm:cxn modelId="{D14A42B8-4A18-42EF-B385-297EA759AD13}" type="presParOf" srcId="{F1EDA5BA-10C3-4CBB-9276-9B0AFB13170C}" destId="{D6054D50-16A9-4E35-AEA4-6FF1267B3893}" srcOrd="1" destOrd="0" presId="urn:microsoft.com/office/officeart/2005/8/layout/hProcess9"/>
    <dgm:cxn modelId="{813559B0-D2EF-4E3C-9F3F-0D0B3D2B6F41}" type="presParOf" srcId="{F1EDA5BA-10C3-4CBB-9276-9B0AFB13170C}" destId="{91495698-D2CA-4CAC-B909-0B8888E95A47}" srcOrd="2" destOrd="0" presId="urn:microsoft.com/office/officeart/2005/8/layout/hProcess9"/>
    <dgm:cxn modelId="{18A9BE4F-34B7-489A-AD72-4AE4815F9630}" type="presParOf" srcId="{F1EDA5BA-10C3-4CBB-9276-9B0AFB13170C}" destId="{4244DA3D-857E-4BFB-99D8-717098858722}" srcOrd="3" destOrd="0" presId="urn:microsoft.com/office/officeart/2005/8/layout/hProcess9"/>
    <dgm:cxn modelId="{FC9C0321-7A2E-4826-8465-EC56F288430C}" type="presParOf" srcId="{F1EDA5BA-10C3-4CBB-9276-9B0AFB13170C}" destId="{3D049BCE-87B5-429B-B4E0-2F971F9DB9EE}" srcOrd="4" destOrd="0" presId="urn:microsoft.com/office/officeart/2005/8/layout/hProcess9"/>
    <dgm:cxn modelId="{4CF60669-C22E-43B6-B782-E1FC7FAFDCA4}" type="presParOf" srcId="{F1EDA5BA-10C3-4CBB-9276-9B0AFB13170C}" destId="{2E4F6F5C-E1B5-4930-9B02-110B71FE8365}" srcOrd="5" destOrd="0" presId="urn:microsoft.com/office/officeart/2005/8/layout/hProcess9"/>
    <dgm:cxn modelId="{DDB62C69-971D-4E11-9929-5AE49324830F}" type="presParOf" srcId="{F1EDA5BA-10C3-4CBB-9276-9B0AFB13170C}" destId="{2AE5200E-31F1-4030-B411-616692ADBAD4}" srcOrd="6" destOrd="0" presId="urn:microsoft.com/office/officeart/2005/8/layout/hProcess9"/>
    <dgm:cxn modelId="{1383A6E8-06DB-40BB-BE28-8611DEEE4BAD}" type="presParOf" srcId="{F1EDA5BA-10C3-4CBB-9276-9B0AFB13170C}" destId="{4B992AC1-0AF5-4BC3-933E-4D3CB49A2CF1}" srcOrd="7" destOrd="0" presId="urn:microsoft.com/office/officeart/2005/8/layout/hProcess9"/>
    <dgm:cxn modelId="{2FC75EA7-227B-4066-AB0C-C0E063C49B06}" type="presParOf" srcId="{F1EDA5BA-10C3-4CBB-9276-9B0AFB13170C}" destId="{2BA37E05-BF9F-4536-9CFF-A02DDBEC002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17C237-9A9B-4E07-B838-C5654DF78ACE}">
      <dsp:nvSpPr>
        <dsp:cNvPr id="0" name=""/>
        <dsp:cNvSpPr/>
      </dsp:nvSpPr>
      <dsp:spPr>
        <a:xfrm>
          <a:off x="919778" y="0"/>
          <a:ext cx="10424160" cy="675042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CB587-22BE-42B7-AD5F-F145EEB39051}">
      <dsp:nvSpPr>
        <dsp:cNvPr id="0" name=""/>
        <dsp:cNvSpPr/>
      </dsp:nvSpPr>
      <dsp:spPr>
        <a:xfrm>
          <a:off x="304" y="2025127"/>
          <a:ext cx="2348428" cy="270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회원가입 및 로그인</a:t>
          </a:r>
        </a:p>
      </dsp:txBody>
      <dsp:txXfrm>
        <a:off x="114945" y="2139768"/>
        <a:ext cx="2119146" cy="2470887"/>
      </dsp:txXfrm>
    </dsp:sp>
    <dsp:sp modelId="{91495698-D2CA-4CAC-B909-0B8888E95A47}">
      <dsp:nvSpPr>
        <dsp:cNvPr id="0" name=""/>
        <dsp:cNvSpPr/>
      </dsp:nvSpPr>
      <dsp:spPr>
        <a:xfrm>
          <a:off x="2478974" y="2025127"/>
          <a:ext cx="2348428" cy="270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로그인 이후</a:t>
          </a:r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첫 로그인 시</a:t>
          </a:r>
          <a:r>
            <a:rPr lang="en-US" altLang="ko-KR" sz="1400" kern="1200" dirty="0"/>
            <a:t>: </a:t>
          </a:r>
          <a:r>
            <a:rPr lang="ko-KR" altLang="en-US" sz="1400" kern="1200" dirty="0"/>
            <a:t>얼굴 사진 촬영</a:t>
          </a:r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두번째 이후</a:t>
          </a:r>
          <a:r>
            <a:rPr lang="en-US" altLang="ko-KR" sz="1400" kern="1200" dirty="0"/>
            <a:t>: </a:t>
          </a:r>
          <a:r>
            <a:rPr lang="ko-KR" altLang="en-US" sz="1400" kern="1200" dirty="0"/>
            <a:t>마이크 </a:t>
          </a:r>
          <a:r>
            <a:rPr lang="en-US" altLang="ko-KR" sz="1400" kern="1200" dirty="0"/>
            <a:t>/ </a:t>
          </a:r>
          <a:r>
            <a:rPr lang="ko-KR" altLang="en-US" sz="1400" kern="1200" dirty="0" err="1"/>
            <a:t>웹캠</a:t>
          </a:r>
          <a:r>
            <a:rPr lang="ko-KR" altLang="en-US" sz="1400" kern="1200" dirty="0"/>
            <a:t> 테스트</a:t>
          </a:r>
        </a:p>
      </dsp:txBody>
      <dsp:txXfrm>
        <a:off x="2593615" y="2139768"/>
        <a:ext cx="2119146" cy="2470887"/>
      </dsp:txXfrm>
    </dsp:sp>
    <dsp:sp modelId="{3D049BCE-87B5-429B-B4E0-2F971F9DB9EE}">
      <dsp:nvSpPr>
        <dsp:cNvPr id="0" name=""/>
        <dsp:cNvSpPr/>
      </dsp:nvSpPr>
      <dsp:spPr>
        <a:xfrm>
          <a:off x="4957644" y="2025127"/>
          <a:ext cx="2348428" cy="270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강의 목록</a:t>
          </a:r>
          <a:r>
            <a:rPr lang="en-US" altLang="ko-KR" sz="1800" kern="1200" dirty="0"/>
            <a:t>(ex. </a:t>
          </a:r>
          <a:r>
            <a:rPr lang="ko-KR" altLang="en-US" sz="1800" kern="1200" dirty="0"/>
            <a:t>디자인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엑셀 등등</a:t>
          </a:r>
          <a:r>
            <a:rPr lang="en-US" altLang="ko-KR" sz="1800" kern="1200" dirty="0"/>
            <a:t>)</a:t>
          </a:r>
          <a:endParaRPr lang="ko-KR" altLang="en-US" sz="1800" kern="1200" dirty="0"/>
        </a:p>
      </dsp:txBody>
      <dsp:txXfrm>
        <a:off x="5072285" y="2139768"/>
        <a:ext cx="2119146" cy="2470887"/>
      </dsp:txXfrm>
    </dsp:sp>
    <dsp:sp modelId="{2AE5200E-31F1-4030-B411-616692ADBAD4}">
      <dsp:nvSpPr>
        <dsp:cNvPr id="0" name=""/>
        <dsp:cNvSpPr/>
      </dsp:nvSpPr>
      <dsp:spPr>
        <a:xfrm>
          <a:off x="7436315" y="2025127"/>
          <a:ext cx="2348428" cy="270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강의 선택</a:t>
          </a:r>
        </a:p>
      </dsp:txBody>
      <dsp:txXfrm>
        <a:off x="7550956" y="2139768"/>
        <a:ext cx="2119146" cy="2470887"/>
      </dsp:txXfrm>
    </dsp:sp>
    <dsp:sp modelId="{2BA37E05-BF9F-4536-9CFF-A02DDBEC002A}">
      <dsp:nvSpPr>
        <dsp:cNvPr id="0" name=""/>
        <dsp:cNvSpPr/>
      </dsp:nvSpPr>
      <dsp:spPr>
        <a:xfrm>
          <a:off x="9914985" y="2025127"/>
          <a:ext cx="2348428" cy="270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강의 시작 전 </a:t>
          </a:r>
          <a:r>
            <a:rPr lang="ko-KR" altLang="en-US" sz="1800" kern="1200" dirty="0" err="1"/>
            <a:t>이루어져야하는</a:t>
          </a:r>
          <a:r>
            <a:rPr lang="ko-KR" altLang="en-US" sz="1800" kern="1200" dirty="0"/>
            <a:t> 항목들</a:t>
          </a:r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얼굴사진과 현재 얼굴 비교</a:t>
          </a:r>
          <a:r>
            <a:rPr lang="en-US" altLang="ko-KR" sz="1400" kern="1200" dirty="0"/>
            <a:t>(</a:t>
          </a:r>
          <a:r>
            <a:rPr lang="ko-KR" altLang="en-US" sz="1400" kern="1200" dirty="0"/>
            <a:t>다르면 수강 불가</a:t>
          </a:r>
          <a:r>
            <a:rPr lang="en-US" altLang="ko-KR" sz="1400" kern="1200" dirty="0"/>
            <a:t>)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ko-KR" altLang="en-US" sz="1400" kern="1200" dirty="0"/>
        </a:p>
      </dsp:txBody>
      <dsp:txXfrm>
        <a:off x="10029626" y="2139768"/>
        <a:ext cx="2119146" cy="2470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3F504-DF88-4F7C-8C42-6FA170334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153CEA-9CDA-4579-A002-9D461B707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BF8361-DEDC-4EF0-AFED-6F895B02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DD0DF-7CD3-4259-A9B6-79AD2652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7B16E-0E04-407B-A00D-D1D4BE0C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07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15FB7-A819-4FA0-8719-A5BF287D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CF4EAC-3730-4025-B22B-4C128E265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79393-8C8A-493B-B066-41200302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95569-474E-4727-B26C-8F319BF9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7DF5B-4286-4E27-981E-9F357FAC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46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D28F5-29F8-48B7-9CC5-E3DC8191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7765D0-499F-4971-B18F-DE61AF92B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C9819-E872-4915-9FAB-53B538B2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1C90D-3AE8-49E3-BDA4-2A4CC37E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6C245-B6F6-477F-B51A-A70EBC32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6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45414-15E0-40B4-AAD7-C33CC70A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73D0CA-039F-4E9C-A434-D95A7B46E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69D502-1637-4006-AF3F-0AA6C61C2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D05718-70D1-44F9-990B-6296E645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29B804-36AB-4088-9D50-951353ADF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99F819-541B-421A-AC74-0D0BB7A3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34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9149A-FEB0-41C3-8C75-4DFF1B57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1B0C3C-5E78-4D8C-B60E-D6901C236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2271A6-F859-4286-8B49-36BAD1E0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96FFDC-74CA-4078-AFD8-AC664E1CD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E2702B-C1B9-4750-9F51-6C1BC5F40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6223DF-F358-423F-8979-73AE115B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4768B1-43DC-42AD-9CE2-793A5D95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54690B-2E28-4432-A3A3-BA45F89C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0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CFB72-07B3-45CD-AF83-FCF0F326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742025-0D19-495B-8D04-4C43F5A5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464AB8-8EAA-4E61-8269-EE79DFA8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050230-5C6D-41A5-96A2-41A1BF1E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08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0E6C1-D02A-464E-BB76-18DD4E288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948613-9BC2-4831-8047-7C3175D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D93BD-E673-4A47-B483-A405AE74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50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33821-FAE1-4650-9C69-21F9DEC3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E9BD7-A79D-45FC-8EF0-4B7E4EF9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3B19A9-9491-4E2A-A9A9-98FE56441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AAAB64-EFC9-4A14-A0AB-8D9E9BE0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B3C108-6E56-4F96-94B3-1DD3B3C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929BB-12DF-46D5-904B-E271E7E3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34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1943C-33F6-4042-ADA1-580A811F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723460-8F52-4737-A9BA-7988F056D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34A138-7A54-4B79-BE26-31D44A028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C1C190-AF90-4D24-93AE-1D6B47A6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FCD56E-42CF-4F93-A1F1-635BAA24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639BD3-7DD4-4E0F-82B7-F549B249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59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B0748-4AD8-4A49-99BF-93115054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D5B721-F9C4-4D02-81B4-CA06F806E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70320-994D-4851-8A15-9B380560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97BDA-4838-445B-B939-BEEF2C52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7B7534-37C8-4FAF-BD76-19BB3624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88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C66062-5B4E-4FAF-A990-BA1B78C98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714892-061F-4492-8736-B1B0E09CF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00328-60C9-4242-B187-47711276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42F08-78E1-409E-9BD3-BE8EBC4D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666F6-644A-4A3A-9489-C1C3B3D6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4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F363960-C7CD-483D-9F05-7E00A97A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2DD5F-9F58-458B-A77E-200BE75B8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44D-CD7A-4DA6-93CD-09AC8BF5B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785FD-CAFB-4017-A0BD-0682B4437ABA}" type="datetimeFigureOut">
              <a:rPr lang="ko-KR" altLang="en-US" smtClean="0"/>
              <a:t>2020-03-14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5FBC1-2D77-407D-B150-F8866280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088EE-B54C-4A5B-916F-767774390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20235-1536-4EE0-B1A3-DF031A919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36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0C8D4C64-C599-4D76-AA4B-6DC1310EF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289871"/>
              </p:ext>
            </p:extLst>
          </p:nvPr>
        </p:nvGraphicFramePr>
        <p:xfrm>
          <a:off x="0" y="0"/>
          <a:ext cx="12263718" cy="6750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564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B157C42-B0D0-419C-BB5E-22D853AE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마이크</a:t>
            </a:r>
            <a:r>
              <a:rPr lang="en-US" altLang="ko-KR" dirty="0"/>
              <a:t>/</a:t>
            </a:r>
            <a:r>
              <a:rPr lang="ko-KR" altLang="en-US" dirty="0" err="1"/>
              <a:t>웹캠</a:t>
            </a:r>
            <a:r>
              <a:rPr lang="ko-KR" altLang="en-US" dirty="0"/>
              <a:t> 관련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AB5058-A516-4462-9C57-A42FB925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전제조건에 마이크와 </a:t>
            </a:r>
            <a:r>
              <a:rPr lang="ko-KR" altLang="en-US" dirty="0" err="1"/>
              <a:t>웹캠이</a:t>
            </a:r>
            <a:r>
              <a:rPr lang="ko-KR" altLang="en-US" dirty="0"/>
              <a:t> 연결된 상태에서 실현 가능 추가</a:t>
            </a:r>
            <a:r>
              <a:rPr lang="en-US" altLang="ko-KR" dirty="0"/>
              <a:t> (</a:t>
            </a:r>
            <a:r>
              <a:rPr lang="ko-KR" altLang="en-US" dirty="0"/>
              <a:t>대부분의 랩탑에서 가능함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로그인 이후 필수</a:t>
            </a:r>
            <a:r>
              <a:rPr lang="en-US" altLang="ko-KR" dirty="0"/>
              <a:t> </a:t>
            </a:r>
            <a:r>
              <a:rPr lang="ko-KR" altLang="en-US" dirty="0"/>
              <a:t>코스로 마이크</a:t>
            </a:r>
            <a:r>
              <a:rPr lang="en-US" altLang="ko-KR" dirty="0"/>
              <a:t>/</a:t>
            </a:r>
            <a:r>
              <a:rPr lang="ko-KR" altLang="en-US" dirty="0" err="1"/>
              <a:t>웹캠</a:t>
            </a:r>
            <a:r>
              <a:rPr lang="ko-KR" altLang="en-US" dirty="0"/>
              <a:t> 테스트 단계를 추가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마이크</a:t>
            </a:r>
            <a:r>
              <a:rPr lang="en-US" altLang="ko-KR" dirty="0"/>
              <a:t>: </a:t>
            </a:r>
            <a:r>
              <a:rPr lang="ko-KR" altLang="en-US" dirty="0"/>
              <a:t>화면에 나오는 단어</a:t>
            </a:r>
            <a:r>
              <a:rPr lang="en-US" altLang="ko-KR" dirty="0"/>
              <a:t>(yes, hi </a:t>
            </a:r>
            <a:r>
              <a:rPr lang="ko-KR" altLang="en-US" dirty="0"/>
              <a:t>등등</a:t>
            </a:r>
            <a:r>
              <a:rPr lang="en-US" altLang="ko-KR" dirty="0"/>
              <a:t>)</a:t>
            </a:r>
            <a:r>
              <a:rPr lang="ko-KR" altLang="en-US" dirty="0"/>
              <a:t>를 말하고 정확하게 인식하는지 테스트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웹캠</a:t>
            </a:r>
            <a:r>
              <a:rPr lang="en-US" altLang="ko-KR" dirty="0"/>
              <a:t>: </a:t>
            </a:r>
            <a:r>
              <a:rPr lang="ko-KR" altLang="en-US" dirty="0"/>
              <a:t>본인의 얼굴을 화면에 띄워 인식하는지를 테스트</a:t>
            </a:r>
            <a:r>
              <a:rPr lang="en-US" altLang="ko-KR" dirty="0"/>
              <a:t>, </a:t>
            </a:r>
            <a:r>
              <a:rPr lang="ko-KR" altLang="en-US" dirty="0"/>
              <a:t>첫 로그인 단계에서 찍은 사진과 비교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34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106</Words>
  <Application>Microsoft Office PowerPoint</Application>
  <PresentationFormat>와이드스크린</PresentationFormat>
  <Paragraphs>14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마이크/웹캠 관련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안인균</dc:creator>
  <cp:lastModifiedBy>안인균</cp:lastModifiedBy>
  <cp:revision>5</cp:revision>
  <dcterms:created xsi:type="dcterms:W3CDTF">2020-03-14T14:03:14Z</dcterms:created>
  <dcterms:modified xsi:type="dcterms:W3CDTF">2020-03-14T14:44:33Z</dcterms:modified>
</cp:coreProperties>
</file>