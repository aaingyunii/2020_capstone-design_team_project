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BA7EAD-1635-436E-B430-4F906D86DC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E979064-0BDE-4938-ACD8-F6B3D277E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D32D84-390B-4F53-90D9-46C403483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BB025-E250-4FCD-BD76-A70F3B25A054}" type="datetimeFigureOut">
              <a:rPr lang="ko-KR" altLang="en-US" smtClean="0"/>
              <a:t>2020-04-22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4899F1-998A-4499-86D2-84B310C1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1B51C7-D610-43CE-9D58-B52715D62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46D1-9655-466A-9633-B3378797A9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95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043916-E7BC-45F2-A91B-E2E005D64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34BB0A-EC2F-455F-AB33-5C4F45296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2EF49A-3C78-4211-84F7-090570FC1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BB025-E250-4FCD-BD76-A70F3B25A054}" type="datetimeFigureOut">
              <a:rPr lang="ko-KR" altLang="en-US" smtClean="0"/>
              <a:t>2020-04-22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2A5470-7977-46F8-9F32-0D7400E48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3A44C0-8D05-4466-91BC-20511193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46D1-9655-466A-9633-B3378797A9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0870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A04C1E-8290-454D-A50D-44A72F8DE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2F258F-AB95-423B-AB28-8122D8360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46461C-B173-4984-A295-55C9244D6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BB025-E250-4FCD-BD76-A70F3B25A054}" type="datetimeFigureOut">
              <a:rPr lang="ko-KR" altLang="en-US" smtClean="0"/>
              <a:t>2020-04-22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1C6BC3-EABA-4563-8EE0-6AA0FA948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E827E6-1693-4FFD-9FA5-EE839D0F6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46D1-9655-466A-9633-B3378797A9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488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5661FB-D4FF-43C2-A2C2-C60FE3321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687ED5-05C8-440A-833B-B809747ED6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423587-F786-45D8-8E0C-C937BFE46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02E90B-8687-4D4A-B15D-5C9208860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BB025-E250-4FCD-BD76-A70F3B25A054}" type="datetimeFigureOut">
              <a:rPr lang="ko-KR" altLang="en-US" smtClean="0"/>
              <a:t>2020-04-22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2DA171-2DE9-4AF9-BD53-F52AC8B66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E85AD7-D762-4F8E-A02E-5EA79E43E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46D1-9655-466A-9633-B3378797A9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258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C3A5C-3EA9-4637-BD2B-78C563DA5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9CAF2C-4B9F-4A1B-A86A-034E55030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172249C-CDD4-4DAF-8B95-D974B5392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4691E6E-5445-4905-AB02-97E3F7FA21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B6D4D56-5206-494A-AAB6-6A4E543398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1C7B9B8-3C77-4951-82C4-F28FECAC9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BB025-E250-4FCD-BD76-A70F3B25A054}" type="datetimeFigureOut">
              <a:rPr lang="ko-KR" altLang="en-US" smtClean="0"/>
              <a:t>2020-04-22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8127E8F-470C-4D00-A29A-16C27576A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7D827CA-0B61-4ACF-8A1C-5B3AD67E9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46D1-9655-466A-9633-B3378797A9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7421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DF9C9B-E064-4BF8-B461-69A8728BC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F89C9EB-FCB2-4C00-9B77-D1159EA3D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BB025-E250-4FCD-BD76-A70F3B25A054}" type="datetimeFigureOut">
              <a:rPr lang="ko-KR" altLang="en-US" smtClean="0"/>
              <a:t>2020-04-22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7389558-74D9-4264-92D9-B9A7E5CB8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4B415B6-22AB-4C21-B746-C64BD1767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46D1-9655-466A-9633-B3378797A9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477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0F91385-BF88-4BC6-94D9-800E6055D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BB025-E250-4FCD-BD76-A70F3B25A054}" type="datetimeFigureOut">
              <a:rPr lang="ko-KR" altLang="en-US" smtClean="0"/>
              <a:t>2020-04-22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07B929A-D0EB-4346-A331-A1D61E459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D03560-92F9-460A-AEB6-A647B5778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46D1-9655-466A-9633-B3378797A9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8578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64DC54-1C03-49FA-AE67-D7FA338A8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AC044A-43CD-4ED7-91FD-A7A3BF2E5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61D38EA-D596-416A-98B4-97C751F741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DCBC11-8E6F-4CE2-BF26-77D103A67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BB025-E250-4FCD-BD76-A70F3B25A054}" type="datetimeFigureOut">
              <a:rPr lang="ko-KR" altLang="en-US" smtClean="0"/>
              <a:t>2020-04-22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19E2FB-CB79-498C-B1CB-57BD2EF1C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8A7F28-3126-4626-A9AB-539FADC79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46D1-9655-466A-9633-B3378797A9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8054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562615-6AFB-4B7A-8D43-113D696D6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1C2439A-7BA1-4778-9F53-BD02DB981E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75C975-3741-41D0-8510-112D36702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86D7A1-51C5-47D0-97C9-521FE2916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BB025-E250-4FCD-BD76-A70F3B25A054}" type="datetimeFigureOut">
              <a:rPr lang="ko-KR" altLang="en-US" smtClean="0"/>
              <a:t>2020-04-22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1F17A7-A5B7-45E0-9F03-8552CAB90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861CE7-16F4-4598-8F63-0C0A16A8A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46D1-9655-466A-9633-B3378797A9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578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210D37-B5D1-4F0D-A9FB-92A480965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3D4D832-9EED-4BFB-8B5F-66667C8EB4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2B3FEE-6967-4839-82CA-543B1E8B2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BB025-E250-4FCD-BD76-A70F3B25A054}" type="datetimeFigureOut">
              <a:rPr lang="ko-KR" altLang="en-US" smtClean="0"/>
              <a:t>2020-04-22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5D85CA-2988-486B-B485-536E5DA54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F1ACED-2193-4DBF-A72D-B87BF6E74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46D1-9655-466A-9633-B3378797A9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593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E1DA328-C2AA-45DB-84F0-9F34F11F5E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5F81569-5548-481A-9042-A1D145431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9DFF94-1A8F-4F0F-A978-C8AD163BB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BB025-E250-4FCD-BD76-A70F3B25A054}" type="datetimeFigureOut">
              <a:rPr lang="ko-KR" altLang="en-US" smtClean="0"/>
              <a:t>2020-04-22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40BE69-FAA0-4C0A-ACB0-2E4DF97EB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2C4C0E-32F1-45CA-AFDE-8D90A45EB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546D1-9655-466A-9633-B3378797A9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187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5A271E4-F7B7-4823-99C9-48558F70E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09C0AD-648B-4070-97DF-6A8B09F13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3256D9-4B20-4C67-BAE1-591D46E376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5BB025-E250-4FCD-BD76-A70F3B25A054}" type="datetimeFigureOut">
              <a:rPr lang="ko-KR" altLang="en-US" smtClean="0"/>
              <a:t>2020-04-22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422309-A574-402B-B3EE-204027D0A8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A1BE3F-70EE-49BB-AF04-7EF30A5CE0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D546D1-9655-466A-9633-B3378797A9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9959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1C3D243C-3FBC-47C5-B51F-2D5478C9B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Train data model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4C00D73-BCEB-4978-8E05-15244AD41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ko-KR" dirty="0"/>
              <a:t>-Input data:</a:t>
            </a:r>
          </a:p>
          <a:p>
            <a:pPr marL="0" indent="0">
              <a:buNone/>
            </a:pPr>
            <a:r>
              <a:rPr lang="en-US" altLang="ko-KR" dirty="0"/>
              <a:t>	1. </a:t>
            </a:r>
            <a:r>
              <a:rPr lang="ko-KR" altLang="en-US" dirty="0" err="1"/>
              <a:t>눈검사</a:t>
            </a:r>
            <a:r>
              <a:rPr lang="ko-KR" altLang="en-US" dirty="0"/>
              <a:t> 데이터</a:t>
            </a:r>
            <a:r>
              <a:rPr lang="en-US" altLang="ko-KR" dirty="0"/>
              <a:t>(0,1,2) dummy / </a:t>
            </a:r>
            <a:r>
              <a:rPr lang="ko-KR" altLang="en-US" dirty="0" err="1"/>
              <a:t>눈비율</a:t>
            </a:r>
            <a:r>
              <a:rPr lang="ko-KR" altLang="en-US" dirty="0"/>
              <a:t> 값을 그대로 가져온다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2. </a:t>
            </a:r>
            <a:r>
              <a:rPr lang="ko-KR" altLang="en-US" dirty="0"/>
              <a:t>집중도 검사 정답 비율 </a:t>
            </a:r>
            <a:r>
              <a:rPr lang="en-US" altLang="ko-KR" dirty="0"/>
              <a:t>% 75 50 25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3. </a:t>
            </a:r>
            <a:r>
              <a:rPr lang="ko-KR" altLang="en-US" dirty="0"/>
              <a:t>마무리 퀴즈 정답 비율 </a:t>
            </a:r>
            <a:r>
              <a:rPr lang="en-US" altLang="ko-KR" dirty="0"/>
              <a:t>% 75 50 25 </a:t>
            </a:r>
          </a:p>
          <a:p>
            <a:pPr marL="0" indent="0">
              <a:buNone/>
            </a:pPr>
            <a:r>
              <a:rPr lang="en-US" altLang="ko-KR" dirty="0"/>
              <a:t>4. </a:t>
            </a:r>
            <a:r>
              <a:rPr lang="ko-KR" altLang="en-US" dirty="0"/>
              <a:t>과거 </a:t>
            </a:r>
            <a:r>
              <a:rPr lang="ko-KR" altLang="en-US" dirty="0" err="1"/>
              <a:t>평가값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5. </a:t>
            </a:r>
            <a:r>
              <a:rPr lang="ko-KR" altLang="en-US" dirty="0"/>
              <a:t>시계열 데이터</a:t>
            </a:r>
            <a:r>
              <a:rPr lang="en-US" altLang="ko-KR" dirty="0"/>
              <a:t>?!</a:t>
            </a:r>
          </a:p>
          <a:p>
            <a:pPr marL="0" indent="0">
              <a:buNone/>
            </a:pPr>
            <a:r>
              <a:rPr lang="en-US" altLang="ko-KR" dirty="0"/>
              <a:t>6. …</a:t>
            </a:r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9271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DF3B3D-40E5-4D6D-9D97-3D16C311D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눈검사</a:t>
            </a:r>
            <a:r>
              <a:rPr lang="ko-KR" altLang="en-US" dirty="0"/>
              <a:t> 데이터</a:t>
            </a:r>
            <a:r>
              <a:rPr lang="en-US" altLang="ko-KR" dirty="0"/>
              <a:t>	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B036CA-ACF8-489C-BF33-2644A00C9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- Classification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Open</a:t>
            </a:r>
            <a:r>
              <a:rPr lang="ko-KR" altLang="en-US" dirty="0"/>
              <a:t> </a:t>
            </a:r>
            <a:r>
              <a:rPr lang="en-US" altLang="ko-KR" dirty="0"/>
              <a:t>eye</a:t>
            </a:r>
            <a:r>
              <a:rPr lang="ko-KR" altLang="en-US" dirty="0"/>
              <a:t> 와 </a:t>
            </a:r>
            <a:r>
              <a:rPr lang="en-US" altLang="ko-KR" dirty="0"/>
              <a:t>close eye</a:t>
            </a:r>
            <a:r>
              <a:rPr lang="ko-KR" altLang="en-US" dirty="0"/>
              <a:t>의 평균데이터를 </a:t>
            </a:r>
            <a:r>
              <a:rPr lang="ko-KR" altLang="en-US" dirty="0" err="1"/>
              <a:t>받은후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((open-close)/2))+close </a:t>
            </a:r>
            <a:r>
              <a:rPr lang="ko-KR" altLang="en-US" dirty="0"/>
              <a:t>의 계산식을 통해 </a:t>
            </a:r>
            <a:r>
              <a:rPr lang="ko-KR" altLang="en-US" dirty="0" err="1"/>
              <a:t>임계값을</a:t>
            </a:r>
            <a:r>
              <a:rPr lang="ko-KR" altLang="en-US" dirty="0"/>
              <a:t> 만든다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-&gt; </a:t>
            </a:r>
            <a:r>
              <a:rPr lang="ko-KR" altLang="en-US" dirty="0" err="1"/>
              <a:t>임계값은</a:t>
            </a:r>
            <a:r>
              <a:rPr lang="ko-KR" altLang="en-US" dirty="0"/>
              <a:t> 뜨고 있는 상태의 </a:t>
            </a:r>
            <a:r>
              <a:rPr lang="en-US" altLang="ko-KR" dirty="0"/>
              <a:t>50%</a:t>
            </a:r>
            <a:r>
              <a:rPr lang="ko-KR" altLang="en-US" dirty="0"/>
              <a:t>가 되는 값이다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42179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92</Words>
  <Application>Microsoft Office PowerPoint</Application>
  <PresentationFormat>와이드스크린</PresentationFormat>
  <Paragraphs>16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Train data model</vt:lpstr>
      <vt:lpstr>눈검사 데이터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학습 모델 mtd 활용</dc:title>
  <dc:creator>안인균</dc:creator>
  <cp:lastModifiedBy>안인균</cp:lastModifiedBy>
  <cp:revision>8</cp:revision>
  <dcterms:created xsi:type="dcterms:W3CDTF">2020-04-14T08:04:05Z</dcterms:created>
  <dcterms:modified xsi:type="dcterms:W3CDTF">2020-04-22T09:14:18Z</dcterms:modified>
</cp:coreProperties>
</file>